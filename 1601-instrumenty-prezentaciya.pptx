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Инструментальные средства разработки ПО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Анализ и классификация</a:t>
            </a:r>
          </a:p>
          <a:p>
            <a:r>
              <a:t>Хасанов Ильмир Фанилович, группа 3424А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Четыре категории инструментов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 — среды разработки: написание и отладка кода</a:t>
            </a:r>
          </a:p>
          <a:p>
            <a:r>
              <a:t>СКВ — системы контроля версий: история и совместная работа</a:t>
            </a:r>
          </a:p>
          <a:p>
            <a:r>
              <a:t>CASE-средства — моделирование и проектирование</a:t>
            </a:r>
          </a:p>
          <a:p>
            <a:r>
              <a:t>Инструменты автоматизации сборки —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IDE: Visual Studio Code, PyCharm, IntelliJ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VS Code: бесплатный, лёгкий, расширения под любой язык</a:t>
            </a:r>
          </a:p>
          <a:p>
            <a:r>
              <a:t>PyCharm: глубокий анализ Python, всё из коробки</a:t>
            </a:r>
          </a:p>
          <a:p>
            <a:r>
              <a:t>IntelliJ IDEA: стандарт для Java/Kotlin, мощный рефакторинг</a:t>
            </a:r>
          </a:p>
          <a:p>
            <a:r>
              <a:t>Минусы: VS Code требует настройки, PyCharm и IDEA тяжёлые и частично платные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СКВ: Git и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Git: локальный контроль версий, ветки, слияния</a:t>
            </a:r>
          </a:p>
          <a:p>
            <a:r>
              <a:t>GitHub: хостинг репозиториев, pull request, код-ревью, Actions</a:t>
            </a:r>
          </a:p>
          <a:p>
            <a:r>
              <a:t>Git — де-факто стандарт отрасли</a:t>
            </a:r>
          </a:p>
          <a:p>
            <a:r>
              <a:t>Минусы: порог входа у Git, зависимость от сервиса у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CASE-средства: Visio и IBM Rational Rose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Visio: блок-схемы, ER- и UML-диаграммы, интеграция с MS Office</a:t>
            </a:r>
          </a:p>
          <a:p>
            <a:r>
              <a:t>Rational Rose: полный UML, генерация кода по моделям</a:t>
            </a:r>
          </a:p>
          <a:p>
            <a:r>
              <a:t>Применяются на этапе проектирования, до кодирования</a:t>
            </a:r>
          </a:p>
          <a:p>
            <a:r>
              <a:t>Минусы: Visio без генерации кода, Rose устарел и сложен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Автоматизация сборки: Jenkins и TeamCity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Jenkins: открытый CI/CD-сервер, сотни плагинов</a:t>
            </a:r>
          </a:p>
          <a:p>
            <a:r>
              <a:t>TeamCity: CI/CD от JetBrains, удобный интерфейс</a:t>
            </a:r>
          </a:p>
          <a:p>
            <a:r>
              <a:t>Автосборка и тесты при каждом коммите</a:t>
            </a:r>
          </a:p>
          <a:p>
            <a:r>
              <a:t>Минусы: Jenkins требует настройки, TeamCity платный при росте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инструменты дополняют друг друга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Проектирование: CASE (Visio, Rational Rose)</a:t>
            </a:r>
          </a:p>
          <a:p>
            <a:r>
              <a:t>Написание кода: IDE (VS Code, PyCharm, IDEA)</a:t>
            </a:r>
          </a:p>
          <a:p>
            <a:r>
              <a:t>Версии и совместная работа: Git + GitHub</a:t>
            </a:r>
          </a:p>
          <a:p>
            <a:r>
              <a:t>Сборка и тестирование: Jenkins / TeamCity</a:t>
            </a:r>
          </a:p>
          <a:p>
            <a:r>
              <a:t>Итог: единая цепочка разработки от модели до релиза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Девять инструментов классифицированы по четырём категориям</a:t>
            </a:r>
          </a:p>
          <a:p>
            <a:r>
              <a:t>Для каждого указаны функции, примеры, плюсы и минусы</a:t>
            </a:r>
          </a:p>
          <a:p>
            <a:r>
              <a:t>Инструменты не конкурируют, а закрывают разные этапы ЖЦ ПО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