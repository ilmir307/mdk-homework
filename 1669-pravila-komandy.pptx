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Правила взаимодействия в команде разработчиков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Проект: создание информационной системы</a:t>
            </a:r>
          </a:p>
          <a:p>
            <a:r>
              <a:t>Хасанов Ильмир Фанилович, группа 3424А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Выбор метода организации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 — отвергнут: требования будут меняться</a:t>
            </a:r>
          </a:p>
          <a:p>
            <a:r>
              <a:t>Scrum — короткие итерации, регулярное демо заказчику</a:t>
            </a:r>
          </a:p>
          <a:p>
            <a:r>
              <a:t>Kanban — непрерывный поток мелких задач, WIP-лимиты</a:t>
            </a:r>
          </a:p>
          <a:p>
            <a:r>
              <a:t>Итог: Scrumban — Scrum-итерации + Kanban-доска для потока задач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Правила: распределение обязанностей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Одна задача — один ответственный</a:t>
            </a:r>
          </a:p>
          <a:p>
            <a:r>
              <a:t>Приоритетами управляет только Product Owner</a:t>
            </a:r>
          </a:p>
          <a:p>
            <a:r>
              <a:t>Архитектура и код-ревью — за ведущим разработчиком</a:t>
            </a:r>
          </a:p>
          <a:p>
            <a:r>
              <a:t>Решения фиксируются в wiki, а не «в чате»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Правила: коммуникация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Стендап 15 минут каждый день</a:t>
            </a:r>
          </a:p>
          <a:p>
            <a:r>
              <a:t>Вопросы — в общем чате, ответ виден всем</a:t>
            </a:r>
          </a:p>
          <a:p>
            <a:r>
              <a:t>Блокирующая проблема озвучивается сразу</a:t>
            </a:r>
          </a:p>
          <a:p>
            <a:r>
              <a:t>Устные договорённости дублируются текстом в задаче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Правила: управление версиями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защищена: изменения только через pull request</a:t>
            </a:r>
          </a:p>
          <a:p>
            <a:r>
              <a:t>Ветка на задачу: feature/&lt;номер&gt;-&lt;тема&gt;</a:t>
            </a:r>
          </a:p>
          <a:p>
            <a:r>
              <a:t>Слияние — после код-ревью и зелёных автотестов</a:t>
            </a:r>
          </a:p>
          <a:p>
            <a:r>
              <a:t>Код по PEP 8, проверка линтером перед PR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Правила: работа с задачами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Доска: запланировано → в работе → на проверке → готово</a:t>
            </a:r>
          </a:p>
          <a:p>
            <a:r>
              <a:t>Готово = протестировано + прошло ревью (Definition of Done)</a:t>
            </a:r>
          </a:p>
          <a:p>
            <a:r>
              <a:t>WIP-лимит: не более 2 задач в работе на человека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Отслеживание и корректировка правил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Ретроспектива раз в 2 недели: какие правила работают</a:t>
            </a:r>
          </a:p>
          <a:p>
            <a:r>
              <a:t>Метрики: время задачи в работе, возвраты с ревью, просрочки</a:t>
            </a:r>
          </a:p>
          <a:p>
            <a:r>
              <a:t>Владелец документа — Scrum Master</a:t>
            </a:r>
          </a:p>
          <a:p>
            <a:r>
              <a:t>Документ версионируется в Git вместе с кодом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Правила покрывают цикл задачи: бэклог → разработка → main</a:t>
            </a:r>
          </a:p>
          <a:p>
            <a:r>
              <a:t>Метод Scrumban соответствует характеру проекта</a:t>
            </a:r>
          </a:p>
          <a:p>
            <a:r>
              <a:t>Правила регулярно пересматриваются — это живой инструмент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