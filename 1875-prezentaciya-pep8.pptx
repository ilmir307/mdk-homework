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Стандарты кодирования в совместной работе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PEP 8 + Git</a:t>
            </a:r>
          </a:p>
          <a:p>
            <a:r>
              <a:t>Хасанов Ильмир Фанилович, группа 3424А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Что такое PEP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Единый стандарт оформления кода на Python</a:t>
            </a:r>
          </a:p>
          <a:p>
            <a:r>
              <a:t>snake_case для функций, PascalCase для классов</a:t>
            </a:r>
          </a:p>
          <a:p>
            <a:r>
              <a:t>4 пробела на отступ, строки до 79 символов, docstring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PEP 8 в работе с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Код проверяется линтером (flake8/pycodestyle) до коммита</a:t>
            </a:r>
          </a:p>
          <a:p>
            <a:r>
              <a:t>В main попадает только код без нарушений</a:t>
            </a:r>
          </a:p>
          <a:p>
            <a:r>
              <a:t>Теги версий (v1.0) фиксируют стабильные состояния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Как стандарты помогают команде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Все читают одинаково оформленный код - быстрее ревью</a:t>
            </a:r>
          </a:p>
          <a:p>
            <a:r>
              <a:t>Линтер снимает споры о стиле: решает инструмент</a:t>
            </a:r>
          </a:p>
          <a:p>
            <a:r>
              <a:t>Меньше мелких ошибок, понятнее история изменений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PEP 8 + Git = воспроизводимый процесс разработки</a:t>
            </a:r>
          </a:p>
          <a:p>
            <a:r>
              <a:t>Стандарт - это договор команды, проверяемый автоматически</a:t>
            </a:r>
          </a:p>
          <a:p>
            <a:r>
              <a:t>Репозиторий: github.com/Ilmir307/pep8-versioned-demo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