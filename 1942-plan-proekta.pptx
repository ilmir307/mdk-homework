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План организации работы команды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Проект: система учёта заказов</a:t>
            </a:r>
          </a:p>
          <a:p>
            <a:r>
              <a:t>Хасанов Ильмир Фанилович, группа 3424А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Команда и роли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Руководитель проекта — план, сроки, отчётность</a:t>
            </a:r>
          </a:p>
          <a:p>
            <a:r>
              <a:t>Ведущий разработчик — архитектура, ревью</a:t>
            </a:r>
          </a:p>
          <a:p>
            <a:r>
              <a:t>Разработчик — модули каталога и отчётов</a:t>
            </a:r>
          </a:p>
          <a:p>
            <a:r>
              <a:t>Аналитик — требования и ТЗ</a:t>
            </a:r>
          </a:p>
          <a:p>
            <a:r>
              <a:t>Тестировщик — сценарии и проверка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Задачи и сроки (27.10 – 26.11)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ТЗ: 27.10–31.10 — аналитик</a:t>
            </a:r>
          </a:p>
          <a:p>
            <a:r>
              <a:t>Архитектура: 29.10–04.11 — ведущий разработчик</a:t>
            </a:r>
          </a:p>
          <a:p>
            <a:r>
              <a:t>Модули каталога, заказов, отчётов: 03.11–14.11</a:t>
            </a:r>
          </a:p>
          <a:p>
            <a:r>
              <a:t>Тестирование: 07.11–19.11; приёмка: 24.11–26.11</a:t>
            </a:r>
          </a:p>
          <a:p>
            <a:r>
              <a:t>Общий срок: 4,5 недели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Коммуникация и контроль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Стендап 15 минут ежедневно</a:t>
            </a:r>
          </a:p>
          <a:p>
            <a:r>
              <a:t>Доска задач: в работе / на проверке / готово</a:t>
            </a:r>
          </a:p>
          <a:p>
            <a:r>
              <a:t>Код-ревью каждого pull request</a:t>
            </a:r>
          </a:p>
          <a:p>
            <a:r>
              <a:t>Отставание &gt; 2 дней — разбор и перераспределение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Отчётность и качество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Еженедельная сводка руководству: сделано / риски</a:t>
            </a:r>
          </a:p>
          <a:p>
            <a:r>
              <a:t>Отчёт о тестировании по фазам</a:t>
            </a:r>
          </a:p>
          <a:p>
            <a:r>
              <a:t>Definition of Done: PEP 8 + тесты + ревью</a:t>
            </a:r>
          </a:p>
          <a:p>
            <a:r>
              <a:t>Итоговый отчёт заказчику в конце проекта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План покрывает роли, задачи, сроки, контроль, отчётность</a:t>
            </a:r>
          </a:p>
          <a:p>
            <a:r>
              <a:t>Рискованные модули закреплены за опытными участниками</a:t>
            </a:r>
          </a:p>
          <a:p>
            <a:r>
              <a:t>Механизмы перераспределения удерживают сроки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