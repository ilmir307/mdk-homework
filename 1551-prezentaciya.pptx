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Организация работы в команде разработчиков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Проект: информационная система для управления заказами</a:t>
            </a:r>
          </a:p>
          <a:p>
            <a:r>
              <a:t>Хасанов Ильмир Фанилович, группа 3424А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Методы организации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Waterfall — этапы строго последовательно, изменений нет</a:t>
            </a:r>
          </a:p>
          <a:p>
            <a:r>
              <a:t>Agile — семейство гибких подходов, итерации и обратная связь</a:t>
            </a:r>
          </a:p>
          <a:p>
            <a:r>
              <a:t>Scrum — спринты по 1–4 недели, каждый даёт готовый инкремент</a:t>
            </a:r>
          </a:p>
          <a:p>
            <a:r>
              <a:t>Kanban — визуализация потока задач, WIP-лимиты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выбран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Требования заказчика уточняются по ходу проекта</a:t>
            </a:r>
          </a:p>
          <a:p>
            <a:r>
              <a:t>Команда небольшая — 5–6 человек</a:t>
            </a:r>
          </a:p>
          <a:p>
            <a:r>
              <a:t>Заказчик видит результат в конце каждого спринта (демо)</a:t>
            </a:r>
          </a:p>
          <a:p>
            <a:r>
              <a:t>Фиксированная длина спринта (2 недели) упрощает планирование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Этапы спринта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Планирование — задачи из бэклога продукта в бэклог спринта</a:t>
            </a:r>
          </a:p>
          <a:p>
            <a:r>
              <a:t>Ежедневные стендапы по 15 минут</a:t>
            </a:r>
          </a:p>
          <a:p>
            <a:r>
              <a:t>Разработка, код-ревью, тестирование</a:t>
            </a:r>
          </a:p>
          <a:p>
            <a:r>
              <a:t>Обзор (демо инкремента заказчику)</a:t>
            </a:r>
          </a:p>
          <a:p>
            <a:r>
              <a:t>Ретроспектива — что улучшить в процессе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Роли в команде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Owner — бэклог, приоритеты, приёмка результата</a:t>
            </a:r>
          </a:p>
          <a:p>
            <a:r>
              <a:t>Scrum Master — процесс, устранение препятствий</a:t>
            </a:r>
          </a:p>
          <a:p>
            <a:r>
              <a:t>Ведущий разработчик — архитектура, код-ревью</a:t>
            </a:r>
          </a:p>
          <a:p>
            <a:r>
              <a:t>Программисты (2) — разработка кода</a:t>
            </a:r>
          </a:p>
          <a:p>
            <a:r>
              <a:t>Тестировщик — тесты, поиск ошибок</a:t>
            </a:r>
          </a:p>
          <a:p>
            <a:r>
              <a:t>Аналитик — требования и технические задания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начального этапа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Спринт 0 (неделя): требования, репозиторий, архитектура БД, тестовая среда</a:t>
            </a:r>
          </a:p>
          <a:p>
            <a:r>
              <a:t>Спринт 1 (2 недели): каталог товаров, оформление заказа, модульные тесты, интеграция</a:t>
            </a:r>
          </a:p>
          <a:p>
            <a:r>
              <a:t>Контроль: ежедневные стендапы + доска задач</a:t>
            </a:r>
          </a:p>
          <a:p>
            <a:r>
              <a:t>Готово = протестировано + прошло код-ревью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Коммуникация и инструменты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Стендап каждый день, 15 минут</a:t>
            </a:r>
          </a:p>
          <a:p>
            <a:r>
              <a:t>Таск-трекер: запланировано → в работе → на проверке → готово</a:t>
            </a:r>
          </a:p>
          <a:p>
            <a:r>
              <a:t>Telegram-чат для оперативных вопросов</a:t>
            </a:r>
          </a:p>
          <a:p>
            <a:r>
              <a:t>GitHub: ветка на задачу, pull request после ревью</a:t>
            </a:r>
          </a:p>
          <a:p>
            <a:r>
              <a:t>Wiki: требования, ТЗ, архитектурные решения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Scrum даёт регулярный работающий результат и гибкость требований</a:t>
            </a:r>
          </a:p>
          <a:p>
            <a:r>
              <a:t>Роли и обязанности шести участников распределены</a:t>
            </a:r>
          </a:p>
          <a:p>
            <a:r>
              <a:t>План начального этапа: задачи, сроки, ответственные</a:t>
            </a:r>
          </a:p>
          <a:p>
            <a:r>
              <a:t>Коммуникация делает прогресс прозрачным ежедневно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